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1b40440af249f6" /><Relationship Type="http://schemas.openxmlformats.org/officeDocument/2006/relationships/extended-properties" Target="/docProps/app.xml" Id="R09ae4ffc374043e5" /><Relationship Type="http://schemas.openxmlformats.org/officeDocument/2006/relationships/officeDocument" Target="/ppt/presentation.xml" Id="R5c3a1226fe47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7b731fb6d4ddb"/>
  </p:sldMasterIdLst>
  <p:notesMasterIdLst>
    <p:notesMasterId xmlns:r="http://schemas.openxmlformats.org/officeDocument/2006/relationships" r:id="Reb8a67f6c4054ebd"/>
  </p:notesMasterIdLst>
  <p:sldIdLst>
    <p:sldId xmlns:r="http://schemas.openxmlformats.org/officeDocument/2006/relationships" id="256" r:id="R358f7eb696554556"/>
    <p:sldId xmlns:r="http://schemas.openxmlformats.org/officeDocument/2006/relationships" id="257" r:id="Ra69f46f5cca449b5"/>
    <p:sldId xmlns:r="http://schemas.openxmlformats.org/officeDocument/2006/relationships" id="258" r:id="Rfe3e284d8cb946c5"/>
    <p:sldId xmlns:r="http://schemas.openxmlformats.org/officeDocument/2006/relationships" id="259" r:id="Rda3b02cf68cc4a17"/>
    <p:sldId xmlns:r="http://schemas.openxmlformats.org/officeDocument/2006/relationships" id="260" r:id="R7d514f727b1846f4"/>
    <p:sldId xmlns:r="http://schemas.openxmlformats.org/officeDocument/2006/relationships" id="261" r:id="R409064ee83a14a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e0173b9074b4c" /><Relationship Type="http://schemas.openxmlformats.org/officeDocument/2006/relationships/slideMaster" Target="/ppt/slideMasters/slideMaster1.xml" Id="R6317b731fb6d4ddb" /><Relationship Type="http://schemas.openxmlformats.org/officeDocument/2006/relationships/notesMaster" Target="/ppt/notesMasters/notesMaster1.xml" Id="Reb8a67f6c4054ebd" /><Relationship Type="http://schemas.openxmlformats.org/officeDocument/2006/relationships/presProps" Target="/ppt/presProps.xml" Id="R26ad5586a9ac470b" /><Relationship Type="http://schemas.openxmlformats.org/officeDocument/2006/relationships/tableStyles" Target="/ppt/tableStyles.xml" Id="Ra58a020df272492d" /><Relationship Type="http://schemas.openxmlformats.org/officeDocument/2006/relationships/slide" Target="/ppt/slides/slide1.xml" Id="R358f7eb696554556" /><Relationship Type="http://schemas.openxmlformats.org/officeDocument/2006/relationships/slide" Target="/ppt/slides/slide2.xml" Id="Ra69f46f5cca449b5" /><Relationship Type="http://schemas.openxmlformats.org/officeDocument/2006/relationships/slide" Target="/ppt/slides/slide3.xml" Id="Rfe3e284d8cb946c5" /><Relationship Type="http://schemas.openxmlformats.org/officeDocument/2006/relationships/slide" Target="/ppt/slides/slide4.xml" Id="Rda3b02cf68cc4a17" /><Relationship Type="http://schemas.openxmlformats.org/officeDocument/2006/relationships/slide" Target="/ppt/slides/slide5.xml" Id="R7d514f727b1846f4" /><Relationship Type="http://schemas.openxmlformats.org/officeDocument/2006/relationships/slide" Target="/ppt/slides/slide6.xml" Id="R409064ee83a14a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3c7eb36f8e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894093d7c4849" /><Relationship Type="http://schemas.openxmlformats.org/officeDocument/2006/relationships/notesMaster" Target="/ppt/notesMasters/notesMaster1.xml" Id="R7a7d30444984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f3f4ba92547af" /><Relationship Type="http://schemas.openxmlformats.org/officeDocument/2006/relationships/notesMaster" Target="/ppt/notesMasters/notesMaster1.xml" Id="Rd5546543c051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8b6cbab6624f84" /><Relationship Type="http://schemas.openxmlformats.org/officeDocument/2006/relationships/notesMaster" Target="/ppt/notesMasters/notesMaster1.xml" Id="Rcae45a11357e41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e1b1f3cfce408b" /><Relationship Type="http://schemas.openxmlformats.org/officeDocument/2006/relationships/notesMaster" Target="/ppt/notesMasters/notesMaster1.xml" Id="R78283567f337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10cb73d87e4b21" /><Relationship Type="http://schemas.openxmlformats.org/officeDocument/2006/relationships/notesMaster" Target="/ppt/notesMasters/notesMaster1.xml" Id="R8f9298b44ca444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b9000026934ad3" /><Relationship Type="http://schemas.openxmlformats.org/officeDocument/2006/relationships/notesMaster" Target="/ppt/notesMasters/notesMaster1.xml" Id="R364b8cadfb9a49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ML3 as the operating layer that connects the three completed case studies.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production_readiness/README.md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deployment is a distinct decision from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production_readiness/operating_model.md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production_readiness/operating_model.md</a:t>
            </a:r>
          </a:p>
          <a:p xmlns:a="http://schemas.openxmlformats.org/drawingml/2006/main">
            <a:r>
              <a:t>- production_readiness/contracts/model_release_contract.md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production_readiness/monitoring/monitoring_and_alerting.md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production_readiness/operations/retraining_and_rollback.md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60-minute value is explicitly an example from the fictional release manifest.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production_readiness/operations/retraining_and_rollback.md</a:t>
            </a:r>
          </a:p>
          <a:p xmlns:a="http://schemas.openxmlformats.org/drawingml/2006/main">
            <a:r>
              <a:t>- production_readiness/contracts/example_release_manifest.json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0b0b5aa294f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da6fd11ab408d" /><Relationship Type="http://schemas.openxmlformats.org/officeDocument/2006/relationships/slideLayout" Target="/ppt/slideLayouts/slideLayout1.xml" Id="R70fdeb05c3044d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fdeb05c3044d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a79dc8f7744c1" /><Relationship Type="http://schemas.openxmlformats.org/officeDocument/2006/relationships/notesSlide" Target="/ppt/notesSlides/notesSlide1.xml" Id="R6f2bcacd9b72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008caa7bc47f3" /><Relationship Type="http://schemas.openxmlformats.org/officeDocument/2006/relationships/notesSlide" Target="/ppt/notesSlides/notesSlide2.xml" Id="Re7050e758a4e4e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ccde1bd994b2b" /><Relationship Type="http://schemas.openxmlformats.org/officeDocument/2006/relationships/notesSlide" Target="/ppt/notesSlides/notesSlide3.xml" Id="R590d2a6f02a54d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bcfcdd4a74477" /><Relationship Type="http://schemas.openxmlformats.org/officeDocument/2006/relationships/notesSlide" Target="/ppt/notesSlides/notesSlide4.xml" Id="Red3b356d1be141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024ac4a174167" /><Relationship Type="http://schemas.openxmlformats.org/officeDocument/2006/relationships/notesSlide" Target="/ppt/notesSlides/notesSlide5.xml" Id="R609ad4ea2798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30aa9ef6545c7" /><Relationship Type="http://schemas.openxmlformats.org/officeDocument/2006/relationships/notesSlide" Target="/ppt/notesSlides/notesSlide6.xml" Id="R5d08097ff20147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A5CA-9E48-48E6-83C5-87E50C5F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ML3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7EC2F-48CA-4824-917C-416D9DF1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781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Production</a:t>
            </a:r>
          </a:p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BAE51-7B9C-4B00-B7E6-04DA32C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5A4C9-D775-47DE-9CAA-002F12EA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4820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One controlled path to approve, release, monitor, retrain, and roll back every model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6D624-36AC-461A-B738-CB598FC3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18669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54C2F-ED5C-469F-B3AD-02A0989E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14750"/>
            <a:ext cx="1504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RELEASE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WITH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3844F-A74C-46CC-ABCE-0D0D420C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5824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A2AC9-7BBA-44D5-8F64-228C234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strong model is not yet a safe operating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2F522-DA21-422D-8630-19929EA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9E3B0-727A-4F9E-86FC-7476B4EE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6831-7EFF-48BA-B0D5-7125DEE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OFFLINE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ABC62-E31D-4BAF-B242-F4638B17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development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0829D-A17E-4D1C-AE31-F7386BFB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4953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The target or similarity contract is defensible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Validation resembles future use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The candidate beats a realistic baseline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Errors, segments, and limitations are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7CF04-65CB-4218-B030-324C641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C50EC-3D7E-4F61-A5C9-EF85B992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FDCA0-9BE7-4599-A994-F8D267A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release must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0C89E-5CE0-4823-A7C3-C5E08877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4953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The exact artifact and data lineage are known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Use is approved for a named decision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Consumers validate compatible inputs and outputs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Monitoring leads to owned action</a:t>
            </a:r>
          </a:p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• A tested fallback can restore a safe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52AFF-7951-4407-A57C-8E36211C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76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ML3 closes the gap between model evidence and operational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467241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0D82A-22FA-4D68-819A-35C51782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8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Six gates prevent an unapproved version from reaching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044B0-B83C-4EAC-952D-99CE5C9C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41801-4C7B-4F0C-ABDF-7C056F49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CC2A1-296F-4526-8689-A2FFDEF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D4F1A-DF7C-4D7A-B0D0-81680D3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34275-280F-4695-8ED4-5884F915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146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3F17C-6E27-4476-BF83-DCAACA09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D7A67-9254-4A32-A1E0-213AD893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code +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F569F-C85D-4BF1-9DFB-464B1D0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733B0-5181-4CD6-BDF0-D9209659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146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AF363-9237-49CE-8F23-E921A7B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D01A1-219D-4D92-987B-B8B3B85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future-like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D7AB8-F0D9-482A-9F8D-78CE7EB6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0AB7D-50BC-4D32-ABAB-34B4D7A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146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2A06B-6693-453D-935B-3959C89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compatibility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21AA0-6BAE-4F91-8196-3C0A1C5C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input +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FAD8E-A657-4549-9BF0-02E0A0FE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90C19-5F92-46B0-B84C-B11E9A1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97519-289A-4B6C-8D10-8D31ABF5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responsible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B9E4C-59FF-48A1-9AA6-CE25BB68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scope + segments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75D86-DECE-453B-AAB9-54C22D1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8B483-80AE-4637-BA49-C8D8337D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146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027FB-002B-49E2-B979-00D1F57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Prepare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38474-1AB6-48C2-B1FE-902737E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monitor +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8F647-2591-480A-8372-E8351EB6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908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264AE-2FA3-4E76-AB6C-3A15A4C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146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27BEC-B4B1-47B1-81F6-7822FF82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052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9E960-E22E-4775-BA11-6FBD018D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86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named owners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47343-8F8A-4C01-B2EE-B3229DE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failed blocking gate leaves the model in candidate status.</a:t>
            </a:r>
          </a:p>
        </p:txBody>
      </p:sp>
    </p:spTree>
    <p:extLst>
      <p:ext uri="{BB962C8B-B14F-4D97-AF65-F5344CB8AC3E}">
        <p14:creationId xmlns:p14="http://schemas.microsoft.com/office/powerpoint/2010/main" val="1396433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2D1A29-9233-4BBB-8424-E0EAE10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Monitoring is complete only when every signal changes a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8B6E2-F6A3-4AB8-9D2B-58AC0F6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92E0A-259A-4134-9C55-224F312E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4491C-7A34-464F-B2CB-4D093DA9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A9765-891F-49FD-B3EC-D5E80D6D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F55D1-090E-411D-8E15-E0880F53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5EC1B-1D55-4E42-9E25-541B8B33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90700"/>
            <a:ext cx="2447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CA37C-0193-4828-B473-E53243BF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764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95259-9E32-4B83-B41B-AE66DE3F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90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E0045-50EF-4209-AD5C-3FC21FA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FFD60-6E9C-46F1-846A-6334C96A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90700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Owned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B2A3D-5104-44A7-A049-3D3B2FD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2591C-5299-410A-AAB9-4BD85C2F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Service +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C2D0F-E229-40FD-812F-5CD08EB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717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5C168-97B2-4978-B0E9-A4F1C67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050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Can scoring run safely?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1CDB7-C9CF-4BAF-AAC5-C4F203FE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717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EBD52-1076-4388-B172-ADEC95F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050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Errors, schema,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0C107-CE0D-4382-89DB-2792035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7170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9BE92-EC72-4A4D-A71F-26CDEBB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0505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Stop run or repair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DF967-79BB-48CF-8822-23E348FC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6326C-CC80-4A85-9BC8-CD5421C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Population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0ABAF-EB1D-49BB-A225-E3816959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C8ECA-D0F9-4880-B6A6-C93DA00D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Who and what changed?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B016-C77A-4627-9A76-A2E8B0B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2EC19-F991-479F-809B-70B687A6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908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Feature, score, cluster shift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DE7EA-6476-4D81-9AB4-833C333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A8082-A227-4F9F-BEF4-79B6C0AC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9085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Investigate; freeze expansion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B4648-6C13-4EED-856B-9F5F40A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433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C0EB6-5932-4C1F-94CA-AA8F10D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 behavior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53DB4-8F51-42AD-8DAB-06468C6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6BFA58-3CDF-4994-8C3A-E742BC9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 evidence still valid?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95F4F-81D3-4F3C-A8EE-1BDC029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433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48FF8-BD8E-4544-AB2B-2AB0090F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6766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Lift, calibration, stability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82532D-3122-4DDB-8A59-794E2464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4330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6AF96-6A8B-47AE-81C5-EC8B3016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67665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Continue, restrict, or retrain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62BE5D-8444-48F7-B31D-8741CCB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734820-3125-434C-87CB-EEE16E67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E72ACB-DC4D-4718-B9EB-9AC79285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A3671C-6E05-4323-B78C-81763E0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 use within scope?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41306A-F095-4EF8-AB24-A35850A1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291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6322AC-86E8-4B59-AEF2-D6C5D6C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24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Volume, overrides, stale use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765816-2B24-4FA3-B6C0-2C969472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2910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2B5A1D-31A0-41D0-AE6E-66813C48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6245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 consumer behavior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8CA894-A9F8-4F9C-9782-A0828A4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149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F20171-DB1E-4C8D-88C0-AA018AFF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77A778-29AF-4265-96E6-A9AFD1A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71F5BF-90D0-44B1-805E-38DCE3C2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82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Are outcomes acceptable?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EE0D0F-9BBB-4E7A-A6D9-14009162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0AFFF5-B943-4204-89B9-A99F80D4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48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Value, complaints, segments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6E2ECB-E4ED-4201-AE6A-FCFF8B3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1490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7F506B-9892-49FA-8920-EFE062AB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4825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Reapprove or roll back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879779-22EA-4A64-8D84-8712D29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Delayed labels require immediate proxy checks now—and mature outcome review later.</a:t>
            </a:r>
          </a:p>
        </p:txBody>
      </p:sp>
    </p:spTree>
    <p:extLst>
      <p:ext uri="{BB962C8B-B14F-4D97-AF65-F5344CB8AC3E}">
        <p14:creationId xmlns:p14="http://schemas.microsoft.com/office/powerpoint/2010/main" val="73184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A2A48-05DE-41F4-A02C-A57F86D2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Retraining and rollback solve different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0E9D0-6C6B-421B-BADE-AC164DA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F66E-4EF2-4578-8320-5B1B0EB0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9ACE8-3D58-421D-A672-BCF9B724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BD1B8-4B78-4582-BC1E-78C9874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336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a new 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F0E49-5920-43C6-AE1F-D062E85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Use when mature evidence or material context change suggests the champion is no longer fit. A trigger begins investigation; promotion still requires comparison, updated evidence, approval, and controlled rollout.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DEE32-2170-452B-AA5C-C79B0B67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5391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35AF0-81CE-4915-8CC2-17C0C56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40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403A"/>
                </a:solidFill>
                <a:latin typeface="Arial"/>
                <a:ea typeface="Arial"/>
                <a:cs typeface="Arial"/>
              </a:rPr>
              <a:t>ROLL 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07A2-FEE9-4C25-9549-4D55625B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Restore an approved safe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5C262-4BF2-4799-AC99-FA119F41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Stop new consumption</a:t>
            </a:r>
          </a:p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Activate the named fallback</a:t>
            </a:r>
          </a:p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Preserve evidence</a:t>
            </a:r>
          </a:p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Reconcile affected decisions</a:t>
            </a:r>
          </a:p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Approve any re-release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41D1-058B-499B-8CBE-5F0909C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Neither path may silently replace the champion.</a:t>
            </a:r>
          </a:p>
        </p:txBody>
      </p:sp>
    </p:spTree>
    <p:extLst>
      <p:ext uri="{BB962C8B-B14F-4D97-AF65-F5344CB8AC3E}">
        <p14:creationId xmlns:p14="http://schemas.microsoft.com/office/powerpoint/2010/main" val="862584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9E388-B8B6-40F2-B6D4-1559E535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7A345-9ED6-4D55-93D3-F75663FD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904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Rehearse the fallback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before real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376BB-C987-4FCA-9BFD-0BF2C46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D719F-0E1D-4075-8508-1C94E13B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828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Validate one release manifest. Simulate an incompatible schema. Stop consumption. Activate the safe baseline. Verify ownership and evidence 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615CF-22BF-4AC8-9171-AFEFE38E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04950"/>
            <a:ext cx="16764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F91D8-51DE-4A77-AF8D-55926EA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1257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5F476-F64F-424E-92E6-AF867C66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129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CBF4"/>
                </a:solidFill>
                <a:latin typeface="Arial"/>
                <a:ea typeface="Arial"/>
                <a:cs typeface="Arial"/>
              </a:rPr>
              <a:t>example recovery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98FF8-E5D2-4C31-975F-137A5D8E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2684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2026-09-02T20:33:21.8560000Z</dcterms:created>
  <dcterms:modified xsi:type="dcterms:W3CDTF">2026-09-02T20:33:21.8570000Z</dcterms:modified>
</coreProperties>
</file>